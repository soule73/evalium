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4920"/>
            <a:ext cx="12192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731520"/>
            <a:ext cx="1645920" cy="822960"/>
          </a:xfrm>
          <a:prstGeom prst="triangle">
            <a:avLst/>
          </a:prstGeom>
          <a:solidFill>
            <a:srgbClr val="818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431036"/>
            <a:ext cx="822960" cy="1152144"/>
          </a:xfrm>
          <a:prstGeom prst="triangl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431036"/>
            <a:ext cx="822960" cy="1152144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2860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0" y="333756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every grade tells a story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0" y="3977640"/>
            <a:ext cx="438912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11480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Assessment Management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52578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28016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6642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Evalium is and what problem it solves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231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51460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986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12, React 18, Inertia.js v2, TypeScript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576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4904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&amp; Functionalities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330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· Teacher · Student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89204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89204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920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536752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→ Semesters → Classes → Subjects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1887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18872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188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29400" y="128016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Lifecycle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16642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Creation → Publishing → Taking → Grading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42316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42316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4231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251460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28986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groups, key tables, relationships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657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65760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6576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29400" y="374904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Authorization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29400" y="41330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security, hybrid permission model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489204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4892040"/>
            <a:ext cx="502920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6" name="Text 44"/>
          <p:cNvSpPr/>
          <p:nvPr/>
        </p:nvSpPr>
        <p:spPr>
          <a:xfrm>
            <a:off x="6035040" y="48920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629400" y="498348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29400" y="536752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choices and trade-offs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Evalium?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is a modern, web-based assessment management platform designed for educational institutions. It centralizes the full lifecycle of academic evaluations—from creation to grading—within a single, secure, multi-role application.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2743200" cy="3520440"/>
          </a:xfrm>
          <a:prstGeom prst="rect">
            <a:avLst/>
          </a:prstGeom>
          <a:solidFill>
            <a:srgbClr val="E0E7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Creation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977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build rich assessments with 5 question types, coefficients, and scheduling options.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606040"/>
            <a:ext cx="2743200" cy="35204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Experience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3977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take supervised or homework assessments in a secure, monitored environment.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743200" cy="35204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Grading &amp; Feedback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3977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correct answers per question with detailed scores and written feedback.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2606040"/>
            <a:ext cx="2743200" cy="35204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05256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Stats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9720" y="39776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statistics per assessment, per class, and per student to track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78892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430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18488"/>
            <a:ext cx="27889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783080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8308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(PHP 8.3+)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624328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243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Eloquent 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465576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655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Spatie Permissions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4306824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30682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Queue (Jobs)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5148072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51480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 11 (Tests)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143000"/>
            <a:ext cx="278892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1430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618488"/>
            <a:ext cx="27889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1783080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78308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TypeScript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2624328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26243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Inertia.js v2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465576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4655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4306824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30682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Ziggy (named routes)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0128" y="5148072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51480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laravel-react-i18n (i18n)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1143000"/>
            <a:ext cx="278892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1430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1618488"/>
            <a:ext cx="27889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1783080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78308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Service-Oriented (SRP)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6208" y="2624328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6243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Pattern (Validation)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36208" y="3465576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4655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Policy-based Authorization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36208" y="4306824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30682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Request Validation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36208" y="5148072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51480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Resources (Transformation)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052560" y="1143000"/>
            <a:ext cx="2788920" cy="4754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9" name="Text 47"/>
          <p:cNvSpPr/>
          <p:nvPr/>
        </p:nvSpPr>
        <p:spPr>
          <a:xfrm>
            <a:off x="9052560" y="11430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CI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052560" y="1618488"/>
            <a:ext cx="27889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62288" y="1783080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53728" y="178308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 (Backend)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62288" y="2624328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53728" y="26243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 / Jest (Frontend)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162288" y="3465576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53728" y="346557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(E2E)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162288" y="4306824"/>
            <a:ext cx="257860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53728" y="430682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CI/CD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162288" y="5148072"/>
            <a:ext cx="2578608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53728" y="51480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 70% coverage enforced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—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3749040" cy="5166360"/>
          </a:xfrm>
          <a:prstGeom prst="rect">
            <a:avLst/>
          </a:prstGeom>
          <a:solidFill>
            <a:srgbClr val="EEF2FF"/>
          </a:solidFill>
          <a:ln w="2540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3749040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43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Administrator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academic years &amp; semesters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&amp; manage levels and subjects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&amp; manage classes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673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 students into classes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342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teachers to class-subjects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011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users (roles &amp; activation)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04688"/>
            <a:ext cx="201168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468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platform configuration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1143000"/>
            <a:ext cx="3749040" cy="516636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1143000"/>
            <a:ext cx="374904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251960" y="1143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👩‍🏫  Teacher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89120" y="2103120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0665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assessments for assigned classes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0" y="2670048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questions (5 types) with points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3236976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3200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/ schedule assessments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3803904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7673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assessment progress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4370832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3342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submitted answers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937760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49011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per-question feedback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0" y="5504688"/>
            <a:ext cx="20116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5468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class &amp; student statistics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83880" y="1143000"/>
            <a:ext cx="3749040" cy="51663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16200000">
              <a:srgbClr val="cccccc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83880" y="1143000"/>
            <a:ext cx="37490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11430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 Student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321040" y="210312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8595360" y="206654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published assessments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21040" y="267004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595360" y="26334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supervised or homework sessions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3236976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3200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all question types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21040" y="3803904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595360" y="376732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file answers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21040" y="4370832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8595360" y="43342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own results &amp; feedback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321040" y="493776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49011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personal progress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21040" y="5504688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8595360" y="5468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via class enrollment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Year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Top-level context. One year is marked as current.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data is scoped per year.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240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Semester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2 semesters per year (ordered 1 → 2).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Optionally linked to class-subjects.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200400"/>
            <a:ext cx="9784080" cy="777240"/>
          </a:xfrm>
          <a:prstGeom prst="roundRect">
            <a:avLst>
              <a:gd name="adj" fmla="val 9412"/>
            </a:avLst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2004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320040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level (e.g. Terminale, Grade 10). Independent of academic year.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63040" y="4160520"/>
            <a:ext cx="905256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160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41605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belongs to one academic year + one level. Unique name per (year, level).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51206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2057400" y="5120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Class-Subject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5120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subject assigned to a class with a teacher, coefficient, and optional semester scope.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011680"/>
            <a:ext cx="0" cy="2286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017520"/>
            <a:ext cx="0" cy="18288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3977640"/>
            <a:ext cx="0" cy="18288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4937760"/>
            <a:ext cx="0" cy="18288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Lifecycle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3749040" cy="502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Create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creates an assessment linked to a class-subject: type, delivery mode, coefficient, duration.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69080" y="235000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18872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188720"/>
            <a:ext cx="374904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Add Questions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178308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questions (text, multiple, one_choice, boolean, file) with points and order.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235000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18872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3880" y="1188720"/>
            <a:ext cx="374904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Publish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178308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assessment as published. Enrolled students can see and start it based on schedule or due date.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9476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94760"/>
            <a:ext cx="37490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Take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start the assessment. Supervised sessions are timed and monitored for security violations.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0" y="495604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379476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794760"/>
            <a:ext cx="374904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Submit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38912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submits (manual or forced on timeout). Answers are locked. Assignment is marked submitted.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01000" y="4956048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379476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16200000">
              <a:srgbClr val="dddddd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83880" y="3794760"/>
            <a:ext cx="37490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Grade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66760" y="4389120"/>
            <a:ext cx="3383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reviews each answer, assigns a score and optional feedback. Assignment is marked graded.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Types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22402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224028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88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8745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15468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Free-form written answer. Graded manually by teacher with score + feedback.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5230368"/>
            <a:ext cx="1600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30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grading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97480" y="1188720"/>
            <a:ext cx="22402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97480" y="1188720"/>
            <a:ext cx="224028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1188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18745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☑️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69748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07208" y="315468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correct answers possible. Student selects all that apply. Requires ≥ 2 correct choices.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5230368"/>
            <a:ext cx="16002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5230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grading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4920" y="1188720"/>
            <a:ext cx="22402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1188720"/>
            <a:ext cx="224028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188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one_choice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18745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🔘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07492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Choice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4648" y="315468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one correct answer from a list. Classic radio-button question.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5230368"/>
            <a:ext cx="16002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5230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grading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52360" y="1188720"/>
            <a:ext cx="22402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52360" y="1188720"/>
            <a:ext cx="224028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7452360" y="1188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boolean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18745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✓✗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45236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62088" y="315468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answer. Student picks True or False. Simple and fast to grade.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72400" y="5230368"/>
            <a:ext cx="16002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5230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grading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829800" y="1188720"/>
            <a:ext cx="224028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29800" y="1188720"/>
            <a:ext cx="2240280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9829800" y="1188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829800" y="187452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📎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9829800" y="2651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39528" y="3154680"/>
            <a:ext cx="20299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uploads a document or image as answer. File metadata stored in DB.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149840" y="5230368"/>
            <a:ext cx="160020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10149840" y="52303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grading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— Domain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3749040" cy="2423160"/>
          </a:xfrm>
          <a:prstGeom prst="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188720"/>
            <a:ext cx="3749040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3474720" cy="502920"/>
          </a:xfrm>
          <a:prstGeom prst="rect">
            <a:avLst/>
          </a:prstGeom>
          <a:ln w="381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90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3474720" cy="502920"/>
          </a:xfrm>
          <a:prstGeom prst="rect">
            <a:avLst/>
          </a:prstGeom>
          <a:ln w="381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model_has_roles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439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model_has_permissions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3474720" cy="502920"/>
          </a:xfrm>
          <a:prstGeom prst="rect">
            <a:avLst/>
          </a:prstGeom>
          <a:ln w="381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20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role_has_permissions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86200"/>
            <a:ext cx="3749040" cy="24231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86200"/>
            <a:ext cx="3749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Structure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34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levels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111496"/>
            <a:ext cx="3474720" cy="502920"/>
          </a:xfrm>
          <a:prstGeom prst="rect">
            <a:avLst/>
          </a:prstGeom>
          <a:ln w="381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114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academic_years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788152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788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semesters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6464808"/>
            <a:ext cx="3474720" cy="502920"/>
          </a:xfrm>
          <a:prstGeom prst="rect">
            <a:avLst/>
          </a:prstGeom>
          <a:ln w="381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648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7141464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7141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51960" y="1188720"/>
            <a:ext cx="3749040" cy="24231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1737360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1737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enrollments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0" y="2414016"/>
            <a:ext cx="3474720" cy="502920"/>
          </a:xfrm>
          <a:prstGeom prst="rect">
            <a:avLst/>
          </a:prstGeom>
          <a:ln w="381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4140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class_subjects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51960" y="3886200"/>
            <a:ext cx="3749040" cy="242316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388620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25196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434840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4434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assessments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5111496"/>
            <a:ext cx="3474720" cy="502920"/>
          </a:xfrm>
          <a:prstGeom prst="rect">
            <a:avLst/>
          </a:prstGeom>
          <a:ln w="381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511149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assessment_assignments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89120" y="5788152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57881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89120" y="6464808"/>
            <a:ext cx="3474720" cy="502920"/>
          </a:xfrm>
          <a:prstGeom prst="rect">
            <a:avLst/>
          </a:prstGeom>
          <a:ln w="381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0" y="64648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choices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7141464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0" y="714146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83880" y="1188720"/>
            <a:ext cx="3749040" cy="5074920"/>
          </a:xfrm>
          <a:prstGeom prst="rect">
            <a:avLst/>
          </a:prstGeom>
          <a:solidFill>
            <a:srgbClr val="F3F4F6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83880" y="1188720"/>
            <a:ext cx="3749040" cy="4572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59" name="Text 57"/>
          <p:cNvSpPr/>
          <p:nvPr/>
        </p:nvSpPr>
        <p:spPr>
          <a:xfrm>
            <a:off x="8183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/ Infrastructure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321040" y="1737360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21040" y="1737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21040" y="2414016"/>
            <a:ext cx="3474720" cy="502920"/>
          </a:xfrm>
          <a:prstGeom prst="rect">
            <a:avLst/>
          </a:prstGeom>
          <a:ln w="3810">
            <a:solidFill>
              <a:srgbClr val="4B556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24140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21040" y="3090672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21040" y="30906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321040" y="3767328"/>
            <a:ext cx="3474720" cy="502920"/>
          </a:xfrm>
          <a:prstGeom prst="rect">
            <a:avLst/>
          </a:prstGeom>
          <a:ln w="3810">
            <a:solidFill>
              <a:srgbClr val="4B556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21040" y="3767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321040" y="4443984"/>
            <a:ext cx="34747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4B556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21040" y="44439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password_reset_tokens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— Key Relationships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56032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280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academic_years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2560320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semesters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2560320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56032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80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5603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4206240"/>
            <a:ext cx="256032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206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class_subjects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280160"/>
            <a:ext cx="25603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280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743200"/>
            <a:ext cx="256032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assessment_assignments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26880" y="1280160"/>
            <a:ext cx="256032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1280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26880" y="2743200"/>
            <a:ext cx="2560320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2743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5029200"/>
            <a:ext cx="2560320" cy="5943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0292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34640" y="157276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14081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34640" y="303580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287121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34640" y="449884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3342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852160" y="157276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4081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852160" y="303580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87121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869680" y="157276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14081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869680" y="3035808"/>
            <a:ext cx="4572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287121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1→*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" y="580644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design: Students access assessments through enrollment.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assessment_assignments links enrollments ↔ assessments (not users directly).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are stored per answer, not per assignment.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Authorization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5486400" cy="512064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Security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Fullscreen enforcement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hides if student exits fullscreen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21208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505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switch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4505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focus loss is recorded as a violation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72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DevTools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0723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browser devtools triggers a flag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521208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941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Time-bound sessions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6941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Auto-submit on duration_minutes expiry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3159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 submission flag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43159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forced_submission = true on timeout/violation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521208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Violation logging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0" y="4937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security_violation column records violation type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559552"/>
            <a:ext cx="5212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5595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mode bypass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55595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EXAM_DEV_MODE=true disables all security for local dev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5897880" cy="512064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188720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Authorization Model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63640" y="1874520"/>
            <a:ext cx="32004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187452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student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22219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role check via middleware. All /student/* routes require role:student.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2926080"/>
            <a:ext cx="320040" cy="8229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29260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Policies (other roles)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327355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authorization via Laravel Policies. Controllers always call $this-&gt;authorize() before service methods.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3977640"/>
            <a:ext cx="32004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39776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Spatie Permissions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432511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 permissions assigned to roles. Passed to frontend via Inertia props for conditional UI.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5029200"/>
            <a:ext cx="32004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50292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 gate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5376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can only access assessments tied to their active enrollment. No direct assignment creation.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92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|  Where every grade tells a story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Service-Oriented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1645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Controllers are thin — all business logic lives in dedicated Services (SRP).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6072" y="21762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Testability, maintainability, and clear separation of concerns across Admin, Teacher, Student, Core domains.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1887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Enrollment-Based Assessment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16459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Students access assessments through class enrollment, not direct user assignment.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19672" y="21762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Reflects real-world academic structure. Changing a class enrollment automatically affects all assessment access.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108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per Answer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Score is stored on each Answer row, not a total on AssessmentAssignment.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" y="40050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Enables per-question grading, partial corrections, and flexible recalculation without migration.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30175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0175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3108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Metadata in Answers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19672" y="34747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File fields (name, path, size, mime_type) embedded directly in the answers table.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9672" y="40050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Keeps queries simple — one join instead of a separate attachments table for the majority of use cases.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8463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8463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4937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Pattern for Validation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" y="5303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Question and score validation use Strategy pattern with swappable validator classes.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" y="58338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Each question type has different rules. Adding a new type only requires a new Strategy class — open/closed principle.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4846320"/>
            <a:ext cx="5669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50800" dist="25400" dir="16200000">
              <a:srgbClr val="dddddd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846320"/>
            <a:ext cx="164592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4937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Deletes on Users &amp; Assessments only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19672" y="5303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Decision: Only users and assessments support soft deletes. Other entities are hard-deleted.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19672" y="58338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Preserves audit trail for gradeable content and user data, without adding deleted_at overhead to every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155448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257800"/>
            <a:ext cx="12192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0" y="457200"/>
            <a:ext cx="1554480" cy="777240"/>
          </a:xfrm>
          <a:prstGeom prst="triangle">
            <a:avLst/>
          </a:prstGeom>
          <a:solidFill>
            <a:srgbClr val="818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117854"/>
            <a:ext cx="777240" cy="1088136"/>
          </a:xfrm>
          <a:prstGeom prst="triangle">
            <a:avLst/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1117854"/>
            <a:ext cx="777240" cy="1088136"/>
          </a:xfrm>
          <a:prstGeom prst="triangl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73736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274320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3383280"/>
            <a:ext cx="56692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361188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+ React 18 + Inertia.js v2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39319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roles  ·  5 question types  ·  2 delivery modes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2519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Enrollment-based access  ·  Per-answer scoring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57200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pattern validation  ·  Policy-based authorization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PHPUnit + Vitest + Playwright  ·  ≥ 70% coverage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557784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Evalium  —  Where every grade tells a story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Evalium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Evalium - Where every grade tells a story</dc:title>
  <dc:subject>Evalium - Platform Presentation</dc:subject>
  <dc:creator>Evalium</dc:creator>
  <cp:lastModifiedBy>Evalium</cp:lastModifiedBy>
  <cp:revision>1</cp:revision>
  <dcterms:created xsi:type="dcterms:W3CDTF">2026-02-27T05:41:18Z</dcterms:created>
  <dcterms:modified xsi:type="dcterms:W3CDTF">2026-02-27T05:41:18Z</dcterms:modified>
</cp:coreProperties>
</file>